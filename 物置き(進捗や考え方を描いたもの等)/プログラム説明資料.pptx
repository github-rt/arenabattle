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658D32-EEA3-4D95-847F-0A7A3DA049FC}" v="497" dt="2023-01-10T07:37:42.1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86" d="100"/>
          <a:sy n="86" d="100"/>
        </p:scale>
        <p:origin x="37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武田 龍" userId="S::210020@jc-21.jp::74534528-bc1a-42f0-8ac7-4ff80e6d0bbe" providerId="AD" clId="Web-{4A658D32-EEA3-4D95-847F-0A7A3DA049FC}"/>
    <pc:docChg chg="addSld delSld modSld">
      <pc:chgData name="武田 龍" userId="S::210020@jc-21.jp::74534528-bc1a-42f0-8ac7-4ff80e6d0bbe" providerId="AD" clId="Web-{4A658D32-EEA3-4D95-847F-0A7A3DA049FC}" dt="2023-01-10T07:37:42.108" v="498" actId="20577"/>
      <pc:docMkLst>
        <pc:docMk/>
      </pc:docMkLst>
      <pc:sldChg chg="addSp delSp modSp">
        <pc:chgData name="武田 龍" userId="S::210020@jc-21.jp::74534528-bc1a-42f0-8ac7-4ff80e6d0bbe" providerId="AD" clId="Web-{4A658D32-EEA3-4D95-847F-0A7A3DA049FC}" dt="2023-01-10T07:13:30.293" v="94"/>
        <pc:sldMkLst>
          <pc:docMk/>
          <pc:sldMk cId="2128380218" sldId="256"/>
        </pc:sldMkLst>
        <pc:spChg chg="mod">
          <ac:chgData name="武田 龍" userId="S::210020@jc-21.jp::74534528-bc1a-42f0-8ac7-4ff80e6d0bbe" providerId="AD" clId="Web-{4A658D32-EEA3-4D95-847F-0A7A3DA049FC}" dt="2023-01-10T07:07:38.485" v="3" actId="20577"/>
          <ac:spMkLst>
            <pc:docMk/>
            <pc:sldMk cId="2128380218" sldId="256"/>
            <ac:spMk id="2" creationId="{00000000-0000-0000-0000-000000000000}"/>
          </ac:spMkLst>
        </pc:spChg>
        <pc:spChg chg="mod">
          <ac:chgData name="武田 龍" userId="S::210020@jc-21.jp::74534528-bc1a-42f0-8ac7-4ff80e6d0bbe" providerId="AD" clId="Web-{4A658D32-EEA3-4D95-847F-0A7A3DA049FC}" dt="2023-01-10T07:09:12.706" v="60" actId="20577"/>
          <ac:spMkLst>
            <pc:docMk/>
            <pc:sldMk cId="2128380218" sldId="256"/>
            <ac:spMk id="3" creationId="{00000000-0000-0000-0000-000000000000}"/>
          </ac:spMkLst>
        </pc:spChg>
        <pc:spChg chg="add del mod">
          <ac:chgData name="武田 龍" userId="S::210020@jc-21.jp::74534528-bc1a-42f0-8ac7-4ff80e6d0bbe" providerId="AD" clId="Web-{4A658D32-EEA3-4D95-847F-0A7A3DA049FC}" dt="2023-01-10T07:13:30.293" v="94"/>
          <ac:spMkLst>
            <pc:docMk/>
            <pc:sldMk cId="2128380218" sldId="256"/>
            <ac:spMk id="4" creationId="{A0E85E1A-346E-1BAB-B02C-A563A62999F1}"/>
          </ac:spMkLst>
        </pc:spChg>
      </pc:sldChg>
      <pc:sldChg chg="modSp new del">
        <pc:chgData name="武田 龍" userId="S::210020@jc-21.jp::74534528-bc1a-42f0-8ac7-4ff80e6d0bbe" providerId="AD" clId="Web-{4A658D32-EEA3-4D95-847F-0A7A3DA049FC}" dt="2023-01-10T07:10:10.146" v="91"/>
        <pc:sldMkLst>
          <pc:docMk/>
          <pc:sldMk cId="493340154" sldId="257"/>
        </pc:sldMkLst>
        <pc:spChg chg="mod">
          <ac:chgData name="武田 龍" userId="S::210020@jc-21.jp::74534528-bc1a-42f0-8ac7-4ff80e6d0bbe" providerId="AD" clId="Web-{4A658D32-EEA3-4D95-847F-0A7A3DA049FC}" dt="2023-01-10T07:09:39.254" v="74" actId="20577"/>
          <ac:spMkLst>
            <pc:docMk/>
            <pc:sldMk cId="493340154" sldId="257"/>
            <ac:spMk id="2" creationId="{3F613A9E-A30B-9129-4C64-5DC89C0B0B31}"/>
          </ac:spMkLst>
        </pc:spChg>
        <pc:spChg chg="mod">
          <ac:chgData name="武田 龍" userId="S::210020@jc-21.jp::74534528-bc1a-42f0-8ac7-4ff80e6d0bbe" providerId="AD" clId="Web-{4A658D32-EEA3-4D95-847F-0A7A3DA049FC}" dt="2023-01-10T07:09:57.474" v="90" actId="20577"/>
          <ac:spMkLst>
            <pc:docMk/>
            <pc:sldMk cId="493340154" sldId="257"/>
            <ac:spMk id="3" creationId="{48EF33F0-C361-E0B8-71ED-35250C7598B4}"/>
          </ac:spMkLst>
        </pc:spChg>
      </pc:sldChg>
      <pc:sldChg chg="modSp new">
        <pc:chgData name="武田 龍" userId="S::210020@jc-21.jp::74534528-bc1a-42f0-8ac7-4ff80e6d0bbe" providerId="AD" clId="Web-{4A658D32-EEA3-4D95-847F-0A7A3DA049FC}" dt="2023-01-10T07:22:09.607" v="304" actId="20577"/>
        <pc:sldMkLst>
          <pc:docMk/>
          <pc:sldMk cId="1062830681" sldId="257"/>
        </pc:sldMkLst>
        <pc:spChg chg="mod">
          <ac:chgData name="武田 龍" userId="S::210020@jc-21.jp::74534528-bc1a-42f0-8ac7-4ff80e6d0bbe" providerId="AD" clId="Web-{4A658D32-EEA3-4D95-847F-0A7A3DA049FC}" dt="2023-01-10T07:13:58.529" v="105" actId="20577"/>
          <ac:spMkLst>
            <pc:docMk/>
            <pc:sldMk cId="1062830681" sldId="257"/>
            <ac:spMk id="2" creationId="{3E72C5B3-177E-E2C9-DB23-E5156499BD49}"/>
          </ac:spMkLst>
        </pc:spChg>
        <pc:spChg chg="mod">
          <ac:chgData name="武田 龍" userId="S::210020@jc-21.jp::74534528-bc1a-42f0-8ac7-4ff80e6d0bbe" providerId="AD" clId="Web-{4A658D32-EEA3-4D95-847F-0A7A3DA049FC}" dt="2023-01-10T07:22:09.607" v="304" actId="20577"/>
          <ac:spMkLst>
            <pc:docMk/>
            <pc:sldMk cId="1062830681" sldId="257"/>
            <ac:spMk id="3" creationId="{50A298AE-F5AB-05AB-4705-3051282C8891}"/>
          </ac:spMkLst>
        </pc:spChg>
      </pc:sldChg>
      <pc:sldChg chg="modSp new">
        <pc:chgData name="武田 龍" userId="S::210020@jc-21.jp::74534528-bc1a-42f0-8ac7-4ff80e6d0bbe" providerId="AD" clId="Web-{4A658D32-EEA3-4D95-847F-0A7A3DA049FC}" dt="2023-01-10T07:22:44.827" v="320" actId="20577"/>
        <pc:sldMkLst>
          <pc:docMk/>
          <pc:sldMk cId="3983809156" sldId="258"/>
        </pc:sldMkLst>
        <pc:spChg chg="mod">
          <ac:chgData name="武田 龍" userId="S::210020@jc-21.jp::74534528-bc1a-42f0-8ac7-4ff80e6d0bbe" providerId="AD" clId="Web-{4A658D32-EEA3-4D95-847F-0A7A3DA049FC}" dt="2023-01-10T07:16:45.581" v="210" actId="20577"/>
          <ac:spMkLst>
            <pc:docMk/>
            <pc:sldMk cId="3983809156" sldId="258"/>
            <ac:spMk id="2" creationId="{FA71CD49-D8FF-A79F-C773-D4676A45E1B5}"/>
          </ac:spMkLst>
        </pc:spChg>
        <pc:spChg chg="mod">
          <ac:chgData name="武田 龍" userId="S::210020@jc-21.jp::74534528-bc1a-42f0-8ac7-4ff80e6d0bbe" providerId="AD" clId="Web-{4A658D32-EEA3-4D95-847F-0A7A3DA049FC}" dt="2023-01-10T07:22:44.827" v="320" actId="20577"/>
          <ac:spMkLst>
            <pc:docMk/>
            <pc:sldMk cId="3983809156" sldId="258"/>
            <ac:spMk id="3" creationId="{716E6C81-13D8-D031-0942-175B4617D27A}"/>
          </ac:spMkLst>
        </pc:spChg>
      </pc:sldChg>
      <pc:sldChg chg="modSp new">
        <pc:chgData name="武田 龍" userId="S::210020@jc-21.jp::74534528-bc1a-42f0-8ac7-4ff80e6d0bbe" providerId="AD" clId="Web-{4A658D32-EEA3-4D95-847F-0A7A3DA049FC}" dt="2023-01-10T07:25:00.535" v="347" actId="20577"/>
        <pc:sldMkLst>
          <pc:docMk/>
          <pc:sldMk cId="1286710775" sldId="259"/>
        </pc:sldMkLst>
        <pc:spChg chg="mod">
          <ac:chgData name="武田 龍" userId="S::210020@jc-21.jp::74534528-bc1a-42f0-8ac7-4ff80e6d0bbe" providerId="AD" clId="Web-{4A658D32-EEA3-4D95-847F-0A7A3DA049FC}" dt="2023-01-10T07:24:45.347" v="338" actId="20577"/>
          <ac:spMkLst>
            <pc:docMk/>
            <pc:sldMk cId="1286710775" sldId="259"/>
            <ac:spMk id="2" creationId="{C750B843-0198-37EA-9EE8-EFE8D972D34C}"/>
          </ac:spMkLst>
        </pc:spChg>
        <pc:spChg chg="mod">
          <ac:chgData name="武田 龍" userId="S::210020@jc-21.jp::74534528-bc1a-42f0-8ac7-4ff80e6d0bbe" providerId="AD" clId="Web-{4A658D32-EEA3-4D95-847F-0A7A3DA049FC}" dt="2023-01-10T07:25:00.535" v="347" actId="20577"/>
          <ac:spMkLst>
            <pc:docMk/>
            <pc:sldMk cId="1286710775" sldId="259"/>
            <ac:spMk id="3" creationId="{77C6C5EA-8DE4-6326-D9B1-E5390AA086A6}"/>
          </ac:spMkLst>
        </pc:spChg>
      </pc:sldChg>
      <pc:sldChg chg="modSp new">
        <pc:chgData name="武田 龍" userId="S::210020@jc-21.jp::74534528-bc1a-42f0-8ac7-4ff80e6d0bbe" providerId="AD" clId="Web-{4A658D32-EEA3-4D95-847F-0A7A3DA049FC}" dt="2023-01-10T07:37:42.108" v="498" actId="20577"/>
        <pc:sldMkLst>
          <pc:docMk/>
          <pc:sldMk cId="250043540" sldId="260"/>
        </pc:sldMkLst>
        <pc:spChg chg="mod">
          <ac:chgData name="武田 龍" userId="S::210020@jc-21.jp::74534528-bc1a-42f0-8ac7-4ff80e6d0bbe" providerId="AD" clId="Web-{4A658D32-EEA3-4D95-847F-0A7A3DA049FC}" dt="2023-01-10T07:25:18.379" v="357" actId="20577"/>
          <ac:spMkLst>
            <pc:docMk/>
            <pc:sldMk cId="250043540" sldId="260"/>
            <ac:spMk id="2" creationId="{B976E45C-50C1-70FA-EF81-132D0D8B862F}"/>
          </ac:spMkLst>
        </pc:spChg>
        <pc:spChg chg="mod">
          <ac:chgData name="武田 龍" userId="S::210020@jc-21.jp::74534528-bc1a-42f0-8ac7-4ff80e6d0bbe" providerId="AD" clId="Web-{4A658D32-EEA3-4D95-847F-0A7A3DA049FC}" dt="2023-01-10T07:37:42.108" v="498" actId="20577"/>
          <ac:spMkLst>
            <pc:docMk/>
            <pc:sldMk cId="250043540" sldId="260"/>
            <ac:spMk id="3" creationId="{F04AF792-2283-A22E-5D2E-4A8DCB47639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2023/1/10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2023/1/10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2023/1/10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2023/1/10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2023/1/10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2023/1/10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2023/1/10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2023/1/10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2023/1/10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38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2023/1/10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74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2023/1/10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86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2A643-9BB0-4E02-80B2-2C0A5E5D738E}" type="datetimeFigureOut">
              <a:rPr kumimoji="1" lang="ja-JP" altLang="en-US" smtClean="0"/>
              <a:t>2023/1/10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>
                <a:ea typeface="ＭＳ Ｐゴシック"/>
                <a:cs typeface="Calibri Light"/>
              </a:rPr>
              <a:t>プログラム説明資料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5939118" y="5944067"/>
            <a:ext cx="6689911" cy="8489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ja-JP" altLang="en-US">
                <a:ea typeface="ＭＳ Ｐゴシック"/>
                <a:cs typeface="Calibri"/>
              </a:rPr>
              <a:t>東北電子専門学校_ゲームエンジニア科</a:t>
            </a:r>
          </a:p>
          <a:p>
            <a:r>
              <a:rPr lang="ja-JP" altLang="en-US">
                <a:ea typeface="ＭＳ Ｐゴシック"/>
                <a:cs typeface="Calibri"/>
              </a:rPr>
              <a:t>                                                            </a:t>
            </a:r>
            <a:r>
              <a:rPr lang="ja-JP">
                <a:ea typeface="ＭＳ Ｐゴシック"/>
                <a:cs typeface="Calibri"/>
              </a:rPr>
              <a:t>武田龍</a:t>
            </a:r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12838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72C5B3-177E-E2C9-DB23-E5156499B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ＭＳ Ｐゴシック"/>
                <a:cs typeface="Calibri Light"/>
              </a:rPr>
              <a:t>1.どのポイントにこだわって制作をしたのか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A298AE-F5AB-05AB-4705-3051282C8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>
                <a:ea typeface="ＭＳ Ｐゴシック"/>
                <a:cs typeface="Calibri"/>
              </a:rPr>
              <a:t>プレイヤーの行動回り　</a:t>
            </a:r>
            <a:endParaRPr lang="ja-JP">
              <a:ea typeface="ＭＳ Ｐゴシック"/>
              <a:cs typeface="Calibri"/>
            </a:endParaRPr>
          </a:p>
          <a:p>
            <a:r>
              <a:rPr lang="ja-JP" altLang="en-US">
                <a:ea typeface="ＭＳ Ｐゴシック"/>
                <a:cs typeface="Calibri"/>
              </a:rPr>
              <a:t>敵ボスのAI（実装途中)</a:t>
            </a:r>
          </a:p>
        </p:txBody>
      </p:sp>
    </p:spTree>
    <p:extLst>
      <p:ext uri="{BB962C8B-B14F-4D97-AF65-F5344CB8AC3E}">
        <p14:creationId xmlns:p14="http://schemas.microsoft.com/office/powerpoint/2010/main" val="1062830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71CD49-D8FF-A79F-C773-D4676A45E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ＭＳ Ｐゴシック"/>
                <a:cs typeface="Calibri Light"/>
              </a:rPr>
              <a:t>2.ゲーム概要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16E6C81-13D8-D031-0942-175B4617D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5676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>
                <a:ea typeface="ＭＳ Ｐゴシック"/>
                <a:cs typeface="Calibri"/>
              </a:rPr>
              <a:t>ジャンル : 3Dアクションゲーム</a:t>
            </a:r>
          </a:p>
          <a:p>
            <a:r>
              <a:rPr lang="ja-JP" altLang="en-US">
                <a:ea typeface="ＭＳ Ｐゴシック"/>
                <a:cs typeface="Calibri"/>
              </a:rPr>
              <a:t>ターゲット : 荒廃した世界が好きな男子大学生</a:t>
            </a:r>
          </a:p>
          <a:p>
            <a:r>
              <a:rPr lang="ja-JP" altLang="en-US">
                <a:ea typeface="ＭＳ Ｐゴシック"/>
                <a:cs typeface="Calibri"/>
              </a:rPr>
              <a:t>コンセプト : 荒廃した世界の中で敵を倒すことによって非現実感を楽し</a:t>
            </a:r>
            <a:endParaRPr lang="ja-JP">
              <a:ea typeface="ＭＳ Ｐゴシック"/>
              <a:cs typeface="Calibri"/>
            </a:endParaRPr>
          </a:p>
          <a:p>
            <a:pPr marL="0" indent="0">
              <a:buNone/>
            </a:pPr>
            <a:r>
              <a:rPr lang="ja-JP" altLang="en-US">
                <a:ea typeface="ＭＳ Ｐゴシック"/>
                <a:cs typeface="Calibri"/>
              </a:rPr>
              <a:t>　　　　　　　　 みつつ緊張感と興奮を味わえる3Dアクションゲーム</a:t>
            </a:r>
          </a:p>
          <a:p>
            <a:pPr marL="0" indent="0">
              <a:buNone/>
            </a:pPr>
            <a:endParaRPr lang="ja-JP" altLang="en-US" dirty="0">
              <a:ea typeface="ＭＳ Ｐゴシック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83809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50B843-0198-37EA-9EE8-EFE8D972D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ＭＳ Ｐゴシック"/>
                <a:cs typeface="Calibri Light"/>
              </a:rPr>
              <a:t>3.開発環境・開発期間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7C6C5EA-8DE4-6326-D9B1-E5390AA08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>
                <a:ea typeface="ＭＳ Ｐゴシック"/>
                <a:cs typeface="Calibri"/>
              </a:rPr>
              <a:t>Visual Stadio 2019</a:t>
            </a:r>
          </a:p>
          <a:p>
            <a:r>
              <a:rPr lang="ja-JP" altLang="en-US">
                <a:ea typeface="ＭＳ Ｐゴシック"/>
                <a:cs typeface="Calibri"/>
              </a:rPr>
              <a:t>10月末～</a:t>
            </a:r>
            <a:endParaRPr lang="ja-JP" altLang="en-US" dirty="0">
              <a:ea typeface="ＭＳ Ｐゴシック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86710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76E45C-50C1-70FA-EF81-132D0D8B8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ＭＳ Ｐゴシック"/>
                <a:cs typeface="Calibri Light"/>
              </a:rPr>
              <a:t>4.今後の実装予定箇所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04AF792-2283-A22E-5D2E-4A8DCB476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 dirty="0">
                <a:ea typeface="ＭＳ Ｐゴシック"/>
                <a:cs typeface="Calibri"/>
              </a:rPr>
              <a:t>敵ボスキャラ : 攻撃パターンAI</a:t>
            </a:r>
            <a:endParaRPr lang="ja-JP" dirty="0"/>
          </a:p>
          <a:p>
            <a:r>
              <a:rPr lang="ja-JP" altLang="en-US" dirty="0">
                <a:ea typeface="ＭＳ Ｐゴシック"/>
                <a:cs typeface="Calibri"/>
              </a:rPr>
              <a:t>プレイヤー : HPゲージの実装</a:t>
            </a:r>
          </a:p>
          <a:p>
            <a:pPr marL="0" indent="0">
              <a:buNone/>
            </a:pPr>
            <a:r>
              <a:rPr lang="ja-JP" altLang="en-US" dirty="0">
                <a:ea typeface="ＭＳ Ｐゴシック"/>
                <a:cs typeface="Calibri"/>
              </a:rPr>
              <a:t>                          回復要素</a:t>
            </a:r>
          </a:p>
          <a:p>
            <a:pPr marL="0" indent="0">
              <a:buNone/>
            </a:pPr>
            <a:r>
              <a:rPr lang="ja-JP" altLang="en-US" dirty="0">
                <a:ea typeface="ＭＳ Ｐゴシック"/>
                <a:cs typeface="Calibri"/>
              </a:rPr>
              <a:t> </a:t>
            </a:r>
            <a:r>
              <a:rPr lang="ja-JP" dirty="0">
                <a:ea typeface="ＭＳ Ｐゴシック"/>
                <a:cs typeface="Calibri"/>
              </a:rPr>
              <a:t>                         通常攻撃モーション</a:t>
            </a:r>
            <a:endParaRPr lang="ja-JP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ja-JP" altLang="en-US" dirty="0">
                <a:ea typeface="ＭＳ Ｐゴシック"/>
                <a:cs typeface="Calibri"/>
              </a:rPr>
              <a:t>  </a:t>
            </a:r>
            <a:r>
              <a:rPr lang="ja-JP" dirty="0">
                <a:ea typeface="ＭＳ Ｐゴシック"/>
                <a:cs typeface="Calibri"/>
              </a:rPr>
              <a:t>　　　　　　　　当たり判定の選別</a:t>
            </a:r>
            <a:endParaRPr lang="ja-JP" dirty="0">
              <a:ea typeface="+mn-lt"/>
              <a:cs typeface="+mn-lt"/>
            </a:endParaRPr>
          </a:p>
          <a:p>
            <a:r>
              <a:rPr lang="ja-JP" altLang="en-US" dirty="0">
                <a:ea typeface="ＭＳ Ｐゴシック"/>
                <a:cs typeface="Calibri"/>
              </a:rPr>
              <a:t>荒廃した世界を感じれる要素 </a:t>
            </a:r>
            <a:r>
              <a:rPr lang="en-US" altLang="ja-JP" dirty="0">
                <a:ea typeface="ＭＳ Ｐゴシック"/>
                <a:cs typeface="Calibri"/>
              </a:rPr>
              <a:t>(</a:t>
            </a:r>
            <a:r>
              <a:rPr lang="ja-JP" altLang="en-US">
                <a:ea typeface="ＭＳ Ｐゴシック"/>
                <a:cs typeface="Calibri"/>
              </a:rPr>
              <a:t>検討中</a:t>
            </a:r>
            <a:r>
              <a:rPr lang="en-US" altLang="ja-JP">
                <a:ea typeface="ＭＳ Ｐゴシック"/>
                <a:cs typeface="Calibri"/>
              </a:rPr>
              <a:t>)</a:t>
            </a:r>
            <a:endParaRPr lang="ja-JP" altLang="en-US" dirty="0">
              <a:ea typeface="ＭＳ Ｐゴシック"/>
              <a:cs typeface="Calibri"/>
            </a:endParaRPr>
          </a:p>
          <a:p>
            <a:pPr marL="0" indent="0">
              <a:buNone/>
            </a:pPr>
            <a:r>
              <a:rPr lang="ja-JP" altLang="en-US" dirty="0">
                <a:ea typeface="ＭＳ Ｐゴシック"/>
                <a:cs typeface="Calibri"/>
              </a:rPr>
              <a:t>　 : 一定以上のダメージを受けると一時的に行動が遅くなる</a:t>
            </a:r>
          </a:p>
          <a:p>
            <a:endParaRPr lang="ja-JP" altLang="en-US" dirty="0">
              <a:ea typeface="ＭＳ Ｐゴシック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043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</Words>
  <Application>Microsoft Office PowerPoint</Application>
  <PresentationFormat>ワイド画面</PresentationFormat>
  <Paragraphs>22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ＭＳ Ｐゴシック</vt:lpstr>
      <vt:lpstr>Arial</vt:lpstr>
      <vt:lpstr>Calibri</vt:lpstr>
      <vt:lpstr>Calibri Light</vt:lpstr>
      <vt:lpstr>Office テーマ</vt:lpstr>
      <vt:lpstr>プログラム説明資料</vt:lpstr>
      <vt:lpstr>1.どのポイントにこだわって制作をしたのか</vt:lpstr>
      <vt:lpstr>2.ゲーム概要</vt:lpstr>
      <vt:lpstr>3.開発環境・開発期間</vt:lpstr>
      <vt:lpstr>4.今後の実装予定箇所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/>
  <cp:lastModifiedBy>武田 龍</cp:lastModifiedBy>
  <cp:revision>133</cp:revision>
  <dcterms:created xsi:type="dcterms:W3CDTF">2023-01-10T07:07:19Z</dcterms:created>
  <dcterms:modified xsi:type="dcterms:W3CDTF">2023-01-10T07:44:55Z</dcterms:modified>
</cp:coreProperties>
</file>